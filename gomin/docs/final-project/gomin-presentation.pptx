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feebc91704b26" /><Relationship Type="http://schemas.openxmlformats.org/officeDocument/2006/relationships/extended-properties" Target="/docProps/app.xml" Id="R4d5a09b783c74239" /><Relationship Type="http://schemas.openxmlformats.org/officeDocument/2006/relationships/officeDocument" Target="/ppt/presentation.xml" Id="R7a0131390ba2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260bed97d4c8b"/>
  </p:sldMasterIdLst>
  <p:notesMasterIdLst>
    <p:notesMasterId xmlns:r="http://schemas.openxmlformats.org/officeDocument/2006/relationships" r:id="R948ebfe978054c4b"/>
  </p:notesMasterIdLst>
  <p:sldIdLst>
    <p:sldId xmlns:r="http://schemas.openxmlformats.org/officeDocument/2006/relationships" id="256" r:id="R570b0ed33fdd4272"/>
    <p:sldId xmlns:r="http://schemas.openxmlformats.org/officeDocument/2006/relationships" id="257" r:id="Rf906a08aa8334a84"/>
    <p:sldId xmlns:r="http://schemas.openxmlformats.org/officeDocument/2006/relationships" id="258" r:id="R0974fe65247144ca"/>
    <p:sldId xmlns:r="http://schemas.openxmlformats.org/officeDocument/2006/relationships" id="259" r:id="R97b6bf49d62a4ba8"/>
    <p:sldId xmlns:r="http://schemas.openxmlformats.org/officeDocument/2006/relationships" id="260" r:id="R94043de49a5f4f7e"/>
    <p:sldId xmlns:r="http://schemas.openxmlformats.org/officeDocument/2006/relationships" id="261" r:id="R14224efbca4f4c41"/>
    <p:sldId xmlns:r="http://schemas.openxmlformats.org/officeDocument/2006/relationships" id="262" r:id="Re546b754e6484861"/>
    <p:sldId xmlns:r="http://schemas.openxmlformats.org/officeDocument/2006/relationships" id="263" r:id="Rae0e23c324e448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7d09661fa455c" /><Relationship Type="http://schemas.openxmlformats.org/officeDocument/2006/relationships/slideMaster" Target="/ppt/slideMasters/slideMaster1.xml" Id="R8f0260bed97d4c8b" /><Relationship Type="http://schemas.openxmlformats.org/officeDocument/2006/relationships/notesMaster" Target="/ppt/notesMasters/notesMaster1.xml" Id="R948ebfe978054c4b" /><Relationship Type="http://schemas.openxmlformats.org/officeDocument/2006/relationships/presProps" Target="/ppt/presProps.xml" Id="Rfb4d296979e346a3" /><Relationship Type="http://schemas.openxmlformats.org/officeDocument/2006/relationships/tableStyles" Target="/ppt/tableStyles.xml" Id="R7a37836c1f4b4e94" /><Relationship Type="http://schemas.openxmlformats.org/officeDocument/2006/relationships/slide" Target="/ppt/slides/slide1.xml" Id="R570b0ed33fdd4272" /><Relationship Type="http://schemas.openxmlformats.org/officeDocument/2006/relationships/slide" Target="/ppt/slides/slide2.xml" Id="Rf906a08aa8334a84" /><Relationship Type="http://schemas.openxmlformats.org/officeDocument/2006/relationships/slide" Target="/ppt/slides/slide3.xml" Id="R0974fe65247144ca" /><Relationship Type="http://schemas.openxmlformats.org/officeDocument/2006/relationships/slide" Target="/ppt/slides/slide4.xml" Id="R97b6bf49d62a4ba8" /><Relationship Type="http://schemas.openxmlformats.org/officeDocument/2006/relationships/slide" Target="/ppt/slides/slide5.xml" Id="R94043de49a5f4f7e" /><Relationship Type="http://schemas.openxmlformats.org/officeDocument/2006/relationships/slide" Target="/ppt/slides/slide6.xml" Id="R14224efbca4f4c41" /><Relationship Type="http://schemas.openxmlformats.org/officeDocument/2006/relationships/slide" Target="/ppt/slides/slide7.xml" Id="Re546b754e6484861" /><Relationship Type="http://schemas.openxmlformats.org/officeDocument/2006/relationships/slide" Target="/ppt/slides/slide8.xml" Id="Rae0e23c324e4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75bb6d748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d6faa8ced411a" /><Relationship Type="http://schemas.openxmlformats.org/officeDocument/2006/relationships/notesMaster" Target="/ppt/notesMasters/notesMaster1.xml" Id="R29dc714c7538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0f61636c947bf" /><Relationship Type="http://schemas.openxmlformats.org/officeDocument/2006/relationships/notesMaster" Target="/ppt/notesMasters/notesMaster1.xml" Id="Raab4bb881413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f40e0b7b8f48cb" /><Relationship Type="http://schemas.openxmlformats.org/officeDocument/2006/relationships/notesMaster" Target="/ppt/notesMasters/notesMaster1.xml" Id="R467afc709e64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f8ff21ddcb466c" /><Relationship Type="http://schemas.openxmlformats.org/officeDocument/2006/relationships/notesMaster" Target="/ppt/notesMasters/notesMaster1.xml" Id="R6a260c13eebe4b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0156abb8574422" /><Relationship Type="http://schemas.openxmlformats.org/officeDocument/2006/relationships/notesMaster" Target="/ppt/notesMasters/notesMaster1.xml" Id="R5453b542d27e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717b868d304740" /><Relationship Type="http://schemas.openxmlformats.org/officeDocument/2006/relationships/notesMaster" Target="/ppt/notesMasters/notesMaster1.xml" Id="R89589fdb70b44c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fcf63939742f2" /><Relationship Type="http://schemas.openxmlformats.org/officeDocument/2006/relationships/notesMaster" Target="/ppt/notesMasters/notesMaster1.xml" Id="R1744f6466a8d41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6ef7377ba4e4d" /><Relationship Type="http://schemas.openxmlformats.org/officeDocument/2006/relationships/notesMaster" Target="/ppt/notesMasters/notesMaster1.xml" Id="R68e0ddb4cf58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f64ec376646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2b3bfa0f048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c305053994f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88bcdae1549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e943f47bf49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27867b006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6E02F-45BF-4E5F-B297-9C0A535D0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85F2C4-5A0D-4A02-ADE4-7CC17E99B4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2A6CFF-4EE5-4428-BE12-8999C1788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5564CF-936C-46AC-9CCA-2D4B73021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7A415E-D5A3-4897-AD28-1D7E71234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094E20-1769-44EA-A1EE-6F3F3B9C2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F2ACE9-E5AE-4AF6-8821-DB7F9D8674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86FBDC-6D6B-4BAF-8BE5-4C1F1A04A2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D1F6F5-B4C5-417C-8029-4A02442AC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FF71BB-C241-4ABF-8C23-A61664222C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a76c9717746d0" /><Relationship Type="http://schemas.openxmlformats.org/officeDocument/2006/relationships/slideLayout" Target="/ppt/slideLayouts/slideLayout1.xml" Id="Re222e9f63b774050" /><Relationship Type="http://schemas.openxmlformats.org/officeDocument/2006/relationships/slideLayout" Target="/ppt/slideLayouts/slideLayout2.xml" Id="Rfa4a1b8d505140c9" /><Relationship Type="http://schemas.openxmlformats.org/officeDocument/2006/relationships/slideLayout" Target="/ppt/slideLayouts/slideLayout3.xml" Id="Reecb7d1dda7148ae" /><Relationship Type="http://schemas.openxmlformats.org/officeDocument/2006/relationships/slideLayout" Target="/ppt/slideLayouts/slideLayout4.xml" Id="R19825a36dde84034" /><Relationship Type="http://schemas.openxmlformats.org/officeDocument/2006/relationships/slideLayout" Target="/ppt/slideLayouts/slideLayout5.xml" Id="Rac5024aad69140f2" /><Relationship Type="http://schemas.openxmlformats.org/officeDocument/2006/relationships/slideLayout" Target="/ppt/slideLayouts/slideLayout6.xml" Id="R38f45c903b71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2e9f63b774050"/>
    <p:sldLayoutId xmlns:r="http://schemas.openxmlformats.org/officeDocument/2006/relationships" id="2147483650" r:id="Rfa4a1b8d505140c9"/>
    <p:sldLayoutId xmlns:r="http://schemas.openxmlformats.org/officeDocument/2006/relationships" id="2147483651" r:id="Reecb7d1dda7148ae"/>
    <p:sldLayoutId xmlns:r="http://schemas.openxmlformats.org/officeDocument/2006/relationships" id="2147483652" r:id="R19825a36dde84034"/>
    <p:sldLayoutId xmlns:r="http://schemas.openxmlformats.org/officeDocument/2006/relationships" id="2147483653" r:id="Rac5024aad69140f2"/>
    <p:sldLayoutId xmlns:r="http://schemas.openxmlformats.org/officeDocument/2006/relationships" id="2147483654" r:id="R38f45c903b71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bef8402084daf" /><Relationship Type="http://schemas.openxmlformats.org/officeDocument/2006/relationships/image" Target="/ppt/media/image.jpeg" Id="Rd20b27cd8f954560" /><Relationship Type="http://schemas.openxmlformats.org/officeDocument/2006/relationships/notesSlide" Target="/ppt/notesSlides/notesSlide1.xml" Id="R63e517f32abe48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3153ad82e46f3" /><Relationship Type="http://schemas.openxmlformats.org/officeDocument/2006/relationships/image" Target="/ppt/media/image.png" Id="R0ee16355173d4e0b" /><Relationship Type="http://schemas.openxmlformats.org/officeDocument/2006/relationships/notesSlide" Target="/ppt/notesSlides/notesSlide2.xml" Id="Rfd615ce6d474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2a71b6df74239" /><Relationship Type="http://schemas.openxmlformats.org/officeDocument/2006/relationships/image" Target="/ppt/media/image2.png" Id="R66f8fc83b6e24d39" /><Relationship Type="http://schemas.openxmlformats.org/officeDocument/2006/relationships/image" Target="/ppt/media/image2.jpeg" Id="R875bacffc34f4162" /><Relationship Type="http://schemas.openxmlformats.org/officeDocument/2006/relationships/notesSlide" Target="/ppt/notesSlides/notesSlide3.xml" Id="Re28f3350a30f4248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e717963eef4257"/><Relationship Type="http://schemas.openxmlformats.org/officeDocument/2006/relationships/image" Target="/ppt/media/image3.jpeg" Id="R2946ce5d57e449f9"/><Relationship Type="http://schemas.openxmlformats.org/officeDocument/2006/relationships/notesSlide" Target="/ppt/notesSlides/notesSlide4.xml" Id="R2678352689954765"/><Relationship Id="rIdDemoVideo" Type="http://schemas.openxmlformats.org/officeDocument/2006/relationships/video" Target="../media/gomin-demo.mp4"/><Relationship Id="rIdDemoMedia" Type="http://schemas.microsoft.com/office/2007/relationships/media" Target="../media/gomin-demo.mp4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871e84b284253" /><Relationship Type="http://schemas.openxmlformats.org/officeDocument/2006/relationships/notesSlide" Target="/ppt/notesSlides/notesSlide5.xml" Id="Ra4a449663aee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ee41cea5a42d6" /><Relationship Type="http://schemas.openxmlformats.org/officeDocument/2006/relationships/notesSlide" Target="/ppt/notesSlides/notesSlide6.xml" Id="R4e89fc7df177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58f009ee64a0d" /><Relationship Type="http://schemas.openxmlformats.org/officeDocument/2006/relationships/notesSlide" Target="/ppt/notesSlides/notesSlide7.xml" Id="R67673c647a49416a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d08d0312a24ea3"/><Relationship Type="http://schemas.openxmlformats.org/officeDocument/2006/relationships/notesSlide" Target="/ppt/notesSlides/notesSlide8.xml" Id="Re0617f7a8c4d4db2"/><Relationship Id="rIdMoriQr" Type="http://schemas.openxmlformats.org/officeDocument/2006/relationships/image" Target="../media/mori-service-qr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8AC42-8A03-411A-A455-FC31B47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고민일기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B91F2-DD50-4F74-9B57-08A3D0BE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AI 대화 · 그림일기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B0477-D5C3-4EF0-805E-C365762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Happy Ending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F9715-5B36-4D68-8FB8-A87E3C9AB8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b27cd8f954560"/>
          <a:stretch xmlns:a="http://schemas.openxmlformats.org/drawingml/2006/main"/>
        </p:blipFill>
        <p:spPr>
          <a:xfrm xmlns:a="http://schemas.openxmlformats.org/drawingml/2006/main">
            <a:off x="7633208" y="0"/>
            <a:ext cx="449796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63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0C7F-118B-4C57-A587-3D58CEFB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말하고 싶지만,</a:t>
            </a:r>
          </a:p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알려지고 싶지는 않은 고민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E5BB0-7028-4E3B-9FBC-30F3D4C47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16355173d4e0b"/>
          <a:stretch xmlns:a="http://schemas.openxmlformats.org/drawingml/2006/main"/>
        </p:blipFill>
        <p:spPr>
          <a:xfrm xmlns:a="http://schemas.openxmlformats.org/drawingml/2006/main">
            <a:off x="1433345" y="1571625"/>
            <a:ext cx="9325309" cy="52482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2C42-D1D8-466C-B02E-7302DAA1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0507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C69CA-C1D6-4DF0-9C55-809CB417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F1971-813B-4FC4-9CEB-DD96E0AE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8627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97855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783A6-4AAC-48D5-A7B8-15F443C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조금씩 꺼낸 고민이, 나의 기록으로</a:t>
            </a:r>
          </a:p>
        </p:txBody>
      </p:sp>
      <p:pic>
        <p:nvPicPr>
          <p:cNvPr id="2" name="scene-dialogue" descr="scene-dialogue">
            <a:extLst xmlns:a="http://schemas.openxmlformats.org/drawingml/2006/main">
              <a:ext uri="{FF2B5EF4-FFF2-40B4-BE49-F238E27FC236}">
                <a16:creationId xmlns:a16="http://schemas.microsoft.com/office/drawing/2014/main" id="{24397EB2-1139-4294-9990-690DBDCAE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8fc83b6e24d39"/>
          <a:stretch xmlns:a="http://schemas.openxmlformats.org/drawingml/2006/main"/>
        </p:blipFill>
        <p:spPr>
          <a:xfrm xmlns:a="http://schemas.openxmlformats.org/drawingml/2006/main">
            <a:off x="514350" y="2116138"/>
            <a:ext cx="4953000" cy="330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F95-DF31-4348-911D-027449E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모리에게 털어놓기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61810-AECB-473A-9DC8-49C8514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38525"/>
            <a:ext cx="47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3513C-7029-4221-91AF-6145112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52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주요 고민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87FD4-C998-415F-A411-490740A8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28950"/>
            <a:ext cx="2333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발표 실수에</a:t>
            </a:r>
          </a:p>
          <a:p xmlns:a="http://schemas.openxmlformats.org/drawingml/2006/main">
            <a: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대한 걱정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4192-3229-424F-891E-236FDA72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195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느끼는 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30F03-736B-46AA-9B8C-845171D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67677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긴장 · 걱정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ADE82-8BC5-4913-B91D-3397B97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959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내 마음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CEAD8-6ED3-4762-BB5A-A7017B15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47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pic>
        <p:nvPicPr>
          <p:cNvPr id="11" name="story-diary" descr="story-diary">
            <a:extLst xmlns:a="http://schemas.openxmlformats.org/drawingml/2006/main">
              <a:ext uri="{FF2B5EF4-FFF2-40B4-BE49-F238E27FC236}">
                <a16:creationId xmlns:a16="http://schemas.microsoft.com/office/drawing/2014/main" id="{29E0D0A8-9DD3-4A20-9692-9F0ED405D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bacffc34f4162"/>
          <a:srcRect xmlns:a="http://schemas.openxmlformats.org/drawingml/2006/main" l="9877" t="22065" r="9877" b="25304"/>
          <a:stretch xmlns:a="http://schemas.openxmlformats.org/drawingml/2006/main"/>
        </p:blipFill>
        <p:spPr>
          <a:xfrm xmlns:a="http://schemas.openxmlformats.org/drawingml/2006/main">
            <a:off x="8991600" y="2619375"/>
            <a:ext cx="2514600" cy="2514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E927F-0301-44E6-8D9F-15F6BFA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발표를 앞둔 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A1343-D1A0-45A2-BEFC-4D39CB7A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959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그림일기로 남기기</a:t>
            </a:r>
          </a:p>
        </p:txBody>
      </p:sp>
    </p:spTree>
    <p:extLst>
      <p:ext uri="{BB962C8B-B14F-4D97-AF65-F5344CB8AC3E}">
        <p14:creationId xmlns:p14="http://schemas.microsoft.com/office/powerpoint/2010/main" val="1754329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presetID="1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1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presetID="1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4" grpId="0" animBg="1"/>
      <p:bldP spid="12" grpId="1" animBg="1"/>
      <p:bldP spid="13" grpId="1" animBg="1"/>
      <p:bldP spid="10" grpId="1" animBg="1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71854-9FFF-43DC-9211-F2AD392B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시연영상</a:t>
            </a:r>
          </a:p>
        </p:txBody>
      </p:sp>
      <p:pic>
        <p:nvPicPr>
          <p:cNvPr id="2" name="시연영상">
            <ns0:hlinkClick xmlns:ns0="http://schemas.openxmlformats.org/drawingml/2006/main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4C18657F-9AE5-40EF-A831-6E12B9CDADF6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DemoVideo"/>
            <p:extLst>
              <p:ext uri="{DAA4B4D4-6D71-4841-9C94-3DE7FCFBDBAD}">
                <ns0:media xmlns:ns0="http://schemas.microsoft.com/office/powerpoint/2010/main" xmlns:ns1="http://schemas.openxmlformats.org/officeDocument/2006/relationships" ns1:embed="rIdDemo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2946ce5d57e449f9"/>
          <a:stretch xmlns:a="http://schemas.openxmlformats.org/drawingml/2006/main"/>
        </p:blipFill>
        <p:spPr>
          <a:xfrm xmlns:a="http://schemas.openxmlformats.org/drawingml/2006/main">
            <a:off x="1219200" y="1257300"/>
            <a:ext cx="9753600" cy="548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7903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6A6D3-3B1E-4A2F-83E2-BC8B8603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AI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02024-24B9-461E-AB03-8D5BE6B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Long-term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3A3C2-77C7-434F-A434-26235C8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대화 원문 저장   →   같은 대화 복원   →   맥락 응답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72DCC-DC5D-4B9D-894D-50055C4D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멀티모달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D65E8-8E4D-4030-A6DA-CF9630F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프롬프트 + 모리 참조 이미지   →   Gemini   →   그림일기</a:t>
            </a:r>
          </a:p>
        </p:txBody>
      </p:sp>
    </p:spTree>
    <p:extLst>
      <p:ext uri="{BB962C8B-B14F-4D97-AF65-F5344CB8AC3E}">
        <p14:creationId xmlns:p14="http://schemas.microsoft.com/office/powerpoint/2010/main" val="1679123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3E4EF-5DDF-44B4-94FB-98B769D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기술적 의사결정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B42E4-220E-4DFA-9398-F56AAB42C9CF}"/>
              </a:ext>
            </a:extLst>
          </p:cNvPr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10782300" cy="4476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7353300"/>
              </a:tblGrid>
              <a:tr h="63953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Vercel · Render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과제 경험 · 자동 배포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FastAPI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가장 익숙한 백엔드 프레임워크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Next.js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풍부한 자료 · AI 답변 품질 기대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네이토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아카데미 API 비용 지원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Gemini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참조 이미지 입력 · 비용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Supabase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무료 플랜 · DB와 Storage 통합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172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2D95F-090D-4D3B-9C9F-1D2B5FA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사용자 피드백과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F73BD-2C4E-43E8-AD43-629B783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실사용자 5명 · 대면 피드백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779EE-01EF-4AE3-A4A1-6ECF1248B584}"/>
              </a:ext>
            </a:extLst>
          </p:cNvPr>
          <p:cNvGraphicFramePr/>
          <p:nvPr/>
        </p:nvGraphicFramePr>
        <p:xfrm>
          <a:off xmlns:a="http://schemas.openxmlformats.org/drawingml/2006/main" x="704850" y="2105025"/>
          <a:ext xmlns:a="http://schemas.openxmlformats.org/drawingml/2006/main" cx="107823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219700"/>
                <a:gridCol w="5562600"/>
              </a:tblGrid>
              <a:tr h="635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피드백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시작의 불편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자동 초점 · 입력창 스타일 정리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그림과 요약을 함께 읽기 어려움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 상세 화면 좌우 배치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대기 상태 확인 어려움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로딩 표시 · 스켈레톤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정형적인 응답 · 다음 고민 유도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대화 프롬프트 수정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대화와 무관한 그림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이미지 프롬프트 수정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34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FD976-B796-4BDF-AC4B-CA8F886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FDFA-55BF-4A49-B66A-BB8E57F5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고민일기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2240-DC44-42A1-AE5A-9D5536D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www.gomin.today</a:t>
            </a:r>
          </a:p>
        </p:txBody>
      </p:sp>
      <p:pic>
        <p:nvPicPr>
          <p:cNvPr id="5" name="모리 서비스 QR">
            <a:extLst xmlns:a="http://schemas.openxmlformats.org/drawingml/2006/main">
              <a:ext uri="{FF2B5EF4-FFF2-40B4-BE49-F238E27FC236}">
                <a16:creationId xmlns:a16="http://schemas.microsoft.com/office/drawing/2014/main" id="{281D6FEF-7C4C-4F2B-9CFD-6A671E734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MoriQr"/>
          <a:stretch xmlns:a="http://schemas.openxmlformats.org/drawingml/2006/main"/>
        </p:blipFill>
        <p:spPr>
          <a:xfrm xmlns:a="http://schemas.openxmlformats.org/drawingml/2006/main">
            <a:off x="7715250" y="2076450"/>
            <a:ext cx="3048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01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2026-10-19T00:29:46.7950000Z</dcterms:created>
  <dcterms:modified xsi:type="dcterms:W3CDTF">2026-10-19T00:29:46.7950000Z</dcterms:modified>
</coreProperties>
</file>