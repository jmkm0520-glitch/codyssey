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
https://learn.chatgpt.com/ko-KR/docs/skills-and-plugins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https://learn.chatgpt.com/ko-KR/docs/skills-and-plugins
https://github.com/obra/superpowers
https://developers.openai.com/codex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https://learn.chatgpt.com/ko-KR/docs/skills-and-plugins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https://learn.chatgpt.com/ko-KR/docs/plugins
User-provided screenshot captured 2026-09-03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https://learn.chatgpt.com/ko-KR/docs/plugins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https://github.com/obra/superpowers/tree/main/skills/brainstorming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https://github.com/obra/superpowers/tree/main/skills/brainstorming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
https://learn.chatgpt.com/ko-KR/docs/skills-and-plugins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98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에이전트 입문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0078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Superpowers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3230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Codex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1012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“무엇을” 시킬지가 아니라,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“어떤 순서로” 일할지 알려주는 플러그인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15968"/>
            <a:ext cx="1915668" cy="384048"/>
          </a:xfrm>
          <a:prstGeom prst="roundRect">
            <a:avLst>
              <a:gd name="adj" fmla="val 47619"/>
            </a:avLst>
          </a:prstGeom>
          <a:solidFill>
            <a:srgbClr val="0F1B33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15968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3220" y="4315968"/>
            <a:ext cx="1792224" cy="384048"/>
          </a:xfrm>
          <a:prstGeom prst="roundRect">
            <a:avLst>
              <a:gd name="adj" fmla="val 47619"/>
            </a:avLst>
          </a:prstGeom>
          <a:solidFill>
            <a:srgbClr val="0F1B33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3220" y="43159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Codex에서 쓰는 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0036" y="4315968"/>
            <a:ext cx="2409444" cy="384048"/>
          </a:xfrm>
          <a:prstGeom prst="roundRect">
            <a:avLst>
              <a:gd name="adj" fmla="val 47619"/>
            </a:avLst>
          </a:prstGeom>
          <a:solidFill>
            <a:srgbClr val="0F1B33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0036" y="4315968"/>
            <a:ext cx="2409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Skill을 고르는 원리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15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발표 · 입문자용 · 2026-09-03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1700784"/>
            <a:ext cx="2834640" cy="2999232"/>
          </a:xfrm>
          <a:prstGeom prst="roundRect">
            <a:avLst>
              <a:gd name="adj" fmla="val 3871"/>
            </a:avLst>
          </a:prstGeom>
          <a:solidFill>
            <a:srgbClr val="1B29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487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Develop · Debug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10분 동안 다룰 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860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700784" y="224942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267004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코딩을 시작할 때 생기는 문제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5928" y="22860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3592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39432" y="224942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무엇인가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9432" y="267004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Superpowers · Codex, 세 단어 정리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389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700784" y="435254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Skill이 있는가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700784" y="477316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흐름과 14개 Skill의 세 가지 종류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393192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5928" y="4389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592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39432" y="435254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쓰는가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9432" y="477316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호출 방법, 설치, 실제 결과·검증까지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· github.com/obra/superpowers · learn.chatgpt.com/ko-KR/docs/skills-and-plugins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왜 필요한가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코딩하면 빠르지만, 방향이 어긋날 위험이 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272888" cy="3803904"/>
          </a:xfrm>
          <a:prstGeom prst="roundRect">
            <a:avLst>
              <a:gd name="adj" fmla="val 168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10512"/>
            <a:ext cx="450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없이 바로 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" y="2267712"/>
            <a:ext cx="45047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267712"/>
            <a:ext cx="450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“TODO LIST 만들어줘”  →  바로 구현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08960"/>
            <a:ext cx="4504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요구사항을 AI가 임의로 해석합니다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뒤에 수정이 반복됩니다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테스트·검토가 통째로 빠질 수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481328"/>
            <a:ext cx="5272888" cy="3803904"/>
          </a:xfrm>
          <a:prstGeom prst="roundRect">
            <a:avLst>
              <a:gd name="adj" fmla="val 1683"/>
            </a:avLst>
          </a:prstGeom>
          <a:solidFill>
            <a:srgbClr val="0F1B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62776" y="1810512"/>
            <a:ext cx="450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Superpowers와 함께 시작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62776" y="2267712"/>
            <a:ext cx="4504792" cy="566928"/>
          </a:xfrm>
          <a:prstGeom prst="roundRect">
            <a:avLst>
              <a:gd name="adj" fmla="val 9677"/>
            </a:avLst>
          </a:prstGeom>
          <a:solidFill>
            <a:srgbClr val="1B2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62776" y="2267712"/>
            <a:ext cx="450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→ 설계 → 계획 → 테스트 → 구현 → 검증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62776" y="3108960"/>
            <a:ext cx="4504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전에 방향을 먼저 맞춥니다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계획과 테스트가 파일로 남습니다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끝에는 증거로 완료를 확인합니다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54126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54126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— AI가 얼마나 똑똑한지보다, 어떤 순서로 일하게 하는지가 결과를 좌우합니다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무엇인가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단어만 알면 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393338" cy="32004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8836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F1B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450592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889504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따르는 작업 지침서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3328416"/>
            <a:ext cx="25886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상황에서 따라야 할 순서와 기준을 적어 둔, 재사용 가능한 문서입니다.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9178" y="1481328"/>
            <a:ext cx="3393338" cy="3200400"/>
          </a:xfrm>
          <a:prstGeom prst="roundRect">
            <a:avLst>
              <a:gd name="adj" fmla="val 2000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1514" y="18836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F6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1514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1514" y="2450592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801514" y="2889504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14개를 모은 오픈소스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01514" y="3328416"/>
            <a:ext cx="25886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Brainstorming·TDD·검증 등 개발 절차를 묶어 GitHub에 공개한 플러그인입니다.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8277" y="1481328"/>
            <a:ext cx="3393338" cy="32004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0613" y="18836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F1B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60613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60613" y="2450592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560613" y="2889504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작업하는 AI 에이전트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560613" y="3328416"/>
            <a:ext cx="25886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답변만 하는 챗봇과 달리, 파일을 직접 고치고 명령을 실행하고 테스트로 결과까지 확인합니다.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74336"/>
            <a:ext cx="10911535" cy="713232"/>
          </a:xfrm>
          <a:prstGeom prst="roundRect">
            <a:avLst>
              <a:gd name="adj" fmla="val 8974"/>
            </a:avLst>
          </a:prstGeom>
          <a:solidFill>
            <a:srgbClr val="0F1B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97433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pPr algn="ctr" indent="0" marL="0">
              <a:buNone/>
            </a:pPr>
            <a:r>
              <a:rPr lang="en-US" sz="145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(플러그인)</a:t>
            </a:r>
            <a:pPr algn="ctr" indent="0" marL="0">
              <a:buNone/>
            </a:pPr>
            <a:r>
              <a:rPr lang="en-US" sz="145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pPr algn="ctr" indent="0" marL="0">
              <a:buNone/>
            </a:pPr>
            <a:r>
              <a:rPr lang="en-US" sz="145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7F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결과물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플러그인으로 설치하면 Codex가 필요한 Skill을 읽고 그 절차대로 작업·검증합니다. · 앱 · CLI · IDE 등 사용 환경에 따라 쓸 수 있는 기능은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무엇인가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Superpowers는 GitHub에 공개된 저장소입니다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6053328" cy="4131108"/>
          </a:xfrm>
          <a:prstGeom prst="roundRect">
            <a:avLst>
              <a:gd name="adj" fmla="val 1328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5943600" cy="402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148132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F6B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62672" y="1463040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저장소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1792224"/>
            <a:ext cx="38889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obra/superpowers — 누구나 열어 볼 수 있습니다.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0" y="25420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F6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523744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 폴더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62672" y="2852928"/>
            <a:ext cx="38889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상황별 지침이 폴더 하나씩으로 정리돼 있습니다.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36027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F6B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3584448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Skill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3913632"/>
            <a:ext cx="38889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· executing-plans · systematic-debugging …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32320" y="4791456"/>
            <a:ext cx="4419295" cy="1024128"/>
          </a:xfrm>
          <a:prstGeom prst="roundRect">
            <a:avLst>
              <a:gd name="adj" fmla="val 5357"/>
            </a:avLst>
          </a:prstGeom>
          <a:solidFill>
            <a:srgbClr val="EEF3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4956048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5230368"/>
            <a:ext cx="3870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기능이 아니라, 개발 절차를 담은 Skill 모음입니다.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GitHub 화면 · github.com/obra/superpowers/tree/main/skills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어떤 Skill이 있는가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단계에서 나온 것이 다음 단계의 재료가 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하는 단계인가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F2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하고 싶은 것 말하기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46822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66278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E4EB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85734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85734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질문으로 조건 좁히기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85734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873020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92476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CBD9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1932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11932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일을 잘게 쪼개기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11932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Plans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99219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8675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5B8B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38131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38131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먼저, 구현 나중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38131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325417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544873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0F1B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64329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764329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증거로 확인하고 끝내기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64329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· 완료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2926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무엇이 나오는가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만들고 싶은 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866278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866278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85734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확정된 요구사항과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092476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92476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11932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계획서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(파일·테스트·순서)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318675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8675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38131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테스트를 통과한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544873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544873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64329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기록과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정리된 브랜치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4736592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/>
        </p:spPr>
      </p:sp>
      <p:sp>
        <p:nvSpPr>
          <p:cNvPr id="46" name="Shape 44"/>
          <p:cNvSpPr/>
          <p:nvPr/>
        </p:nvSpPr>
        <p:spPr>
          <a:xfrm>
            <a:off x="950976" y="5020056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50976" y="5020056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249424" y="4736592"/>
            <a:ext cx="8991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6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추측하지 않고 </a:t>
            </a:r>
            <a:pPr indent="0" marL="0">
              <a:buNone/>
            </a:pPr>
            <a:r>
              <a:rPr lang="en-US" sz="1250" b="1" dirty="0">
                <a:solidFill>
                  <a:srgbClr val="A9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→ 증거 → 원인</a:t>
            </a:r>
            <a:pPr indent="0" marL="0">
              <a:buNone/>
            </a:pPr>
            <a:r>
              <a:rPr lang="en-US" sz="1250" dirty="0">
                <a:solidFill>
                  <a:srgbClr val="7E6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순으로 확인한 뒤, 멈췄던 단계로 돌아갑니다. (Systematic Debugging)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= 실패하는 테스트를 먼저 쓰고, 그 테스트를 통과시키는 코드를 쓰는 방식 · 각 단계에 쓰이는 Skill은 다음 장부터 살펴봅니다.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어떤 Skill이 있는가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Skill은 세 묶음으로 나뉩니다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1883664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3054096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Skill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3456432"/>
            <a:ext cx="2588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· 준비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913632"/>
            <a:ext cx="2588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쓰기 전에 무엇을 만들지, 어떤 순서로 할지 확정합니다.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1481328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1514" y="1883664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4801514" y="3054096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Skill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1514" y="3456432"/>
            <a:ext cx="2588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· 협업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01514" y="3913632"/>
            <a:ext cx="2588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지키면서 작은 결과를 만들고 계속 확인합니다.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8277" y="1481328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0F1B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60613" y="1883664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8560613" y="3054096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Skill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60613" y="3456432"/>
            <a:ext cx="2588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· 완료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60613" y="3913632"/>
            <a:ext cx="2588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“된 것 같다”가 아니라 확인된 결과로 마무리합니다.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= 계획·준비 4개 + 구현·협업 4개 + 품질·완료 6개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이름과 개수는 Superpowers 6.3.0 기준입니다. · github.com/obra/superpowers/tree/main/skills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어떤 Skill이 있는가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계획 · 준비 — 코드를 쓰기 전에 범위를 확정합니다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using-superpowers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 시작하기 전에 지금 상황에 맞는 Skill이 있는지 먼저 확인하고 사용합니다.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2192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2192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64528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62192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전에 질문 → 대안 → 설계를 정리합니다. 승인 전에는 구현하지 않습니다.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097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writing-plans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승인된 설계를 파일·테스트·작업 순서로 잘게 나눈 구현 계획서로 만듭니다.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2192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2192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4528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using-git-worktrees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62192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작업과 분리된 안전한 작업 공간을 미리 준비합니다.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목적 — 코드를 쓰기 전에 “범위”와 “순서”를 확정합니다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이름은 Superpowers 6.3.0 기준입니다.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어떤 Skill이 있는가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구현 · 협업 — 계획대로 작게 만들고 계속 확인합니다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test-driven-development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실패하는 테스트를 먼저 만들고, 그것을 통과하는 최소한의 코드를 씁니다.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2192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2192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64528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executing-plans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62192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작성된 계획을 체크포인트별로, 순서대로 실행합니다.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097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subagent-driven-development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작업마다 새 에이전트가 구현하고 단계마다 리뷰를 받습니다.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2192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2192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4528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dispatching-parallel-agents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62192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의존하지 않는 일은 여러 에이전트로 나눠 동시에 처리합니다.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목적 — 계획을 지키면서 작은 결과를 만들고 매번 확인합니다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관련 기능은 사용 환경과 설정에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어떤 Skill이 있는가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품질 · 완료 — 확인된 결과로 마무리합니다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755648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systematic-debugging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 대신 재현 → 증거 → 원인 순으로 확인합니다.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0890" y="1481328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178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178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94122" y="1755648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requesting-code-review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91786" y="2231136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요구사항과 구현이 맞는지 검토를 요청합니다.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1701" y="1481328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2597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2597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34933" y="1755648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receiving-code-review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2597" y="2231136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피드백을 그대로 받지 않고 검증한 뒤 반영합니다.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3749040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verification-before-completion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" y="4224528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테스트를 돌려 통과한 뒤에야 완료를 선언합니다.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0890" y="3474720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178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9178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94122" y="3749040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finishing-a-development-branch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91786" y="4224528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· PR · 브랜치 유지 중 하나를 골라 마무리합니다.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1701" y="3474720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2597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2597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34933" y="3749040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writing-skills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432597" y="4224528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Skill을 직접 만들고 수정 · 검증합니다.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목적 — “된 것 같다”가 아니라 확인된 결과로 끝냅니다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이름은 Superpowers 6.3.0 기준입니다. · github.com/obra/superpowers/tree/main/skills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요청과 Skill 설명을 비교해 절차를 고릅니다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1B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요청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“오류 원인을 찾아줘”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61453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62621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941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6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36941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0365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목록 확인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100365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이름과 설명을 훑습니다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83993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85161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9481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1B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59481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22905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 비교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322905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요청과 맞는지 판단합니다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06534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07702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2022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6B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82022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45446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호출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45446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지침을 읽습니다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29075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30243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4563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1B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04563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67987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실행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767987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진단·검증을 수행합니다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68496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0F1B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4128" y="4242816"/>
            <a:ext cx="450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호출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4626864"/>
            <a:ext cx="450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요청의 의미가 Skill 설명과 맞으면 모델이 알아서 선택합니다.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78728" y="3968496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62776" y="4242816"/>
            <a:ext cx="450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호출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662776" y="4626864"/>
            <a:ext cx="450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Codex에서 $로 고르거나 “Brainstorming Skill을 써줘”라고 지정합니다.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· learn.chatgpt.com/ko-KR/docs/skills-and-plugins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앱에서 클릭 몇 번으로 설치합니다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94664" y="1426464"/>
            <a:ext cx="9802368" cy="2879054"/>
          </a:xfrm>
          <a:prstGeom prst="roundRect">
            <a:avLst>
              <a:gd name="adj" fmla="val 1906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481328"/>
            <a:ext cx="9692640" cy="27693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 메뉴 열기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메뉴에서 “플러그인”을 선택합니다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36544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10864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10864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094912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검색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710864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검색창에 이름을 입력합니다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33008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07328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07328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91376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클릭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07328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카드의 “설치” 버튼을 누릅니다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29471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03791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303791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687839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채팅에서 사용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303791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작업을 열고 필요한 Skill을 요청합니다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CLI에서는 /plugins 또는 plugin add 명령으로도 설치할 수 있습니다. · 실제 설치 화면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후에는 14개 Skill을 켜고 끌 수 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4844345" cy="4425696"/>
          </a:xfrm>
          <a:prstGeom prst="roundRect">
            <a:avLst>
              <a:gd name="adj" fmla="val 124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4734617" cy="43159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23337" y="148132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34233" y="162763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확인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34233" y="193852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“설치” 버튼이 사라지고 “지금 사용해 보기”가 나타납니다.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23337" y="257860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34233" y="272491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34233" y="303580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Brainstorming부터 완료 검증까지 14개 절차가 모두 들어 있습니다.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23337" y="367588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34233" y="382219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제어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34233" y="413308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Skill 오른쪽 스위치로 필요한 절차만 켤 수 있습니다.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23337" y="477316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34233" y="491947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범위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34233" y="523036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설명에 Interactive · Read · Write 권한이 표시됩니다.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사용자 Codex 앱 화면 ·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Brainstorming은 바로 코딩하지 않고 하나씩 묻습니다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6236208" cy="4235304"/>
          </a:xfrm>
          <a:prstGeom prst="roundRect">
            <a:avLst>
              <a:gd name="adj" fmla="val 129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126480" cy="4125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48132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08976" y="147218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입력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08976" y="1783080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“간단한 할 일 웹앱을 만들고 싶어.”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250545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808976" y="2496312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지정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08976" y="2807208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Brainstorming을 쓰고, 승인 전에는 구현하지 말라고 요청합니다.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0" y="352958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08976" y="352044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한 질문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08976" y="3831336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“주 사용자가 누구인지” 하나만 묻습니다.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0" y="45537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808976" y="454456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범위가 좁아짐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808976" y="4855464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개인용 · 핵심 기능 · 저장 방식을 순서대로 결정합니다.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0" y="5559552"/>
            <a:ext cx="4236415" cy="658368"/>
          </a:xfrm>
          <a:prstGeom prst="roundRect">
            <a:avLst>
              <a:gd name="adj" fmla="val 8333"/>
            </a:avLst>
          </a:prstGeom>
          <a:solidFill>
            <a:srgbClr val="EEF3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571232" y="5559552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전에는 구현하지 않는다 — 이것이 절차의 핵심입니다.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실제 대화 · 2026-09-03 · github.com/obra/superpowers/tree/main/skills/brainstorming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끝나면 대안을 비교하고 하나를 추천합니다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7150608" cy="3678344"/>
          </a:xfrm>
          <a:prstGeom prst="roundRect">
            <a:avLst>
              <a:gd name="adj" fmla="val 1492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7040880" cy="3568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81328"/>
            <a:ext cx="3322015" cy="1005840"/>
          </a:xfrm>
          <a:prstGeom prst="roundRect">
            <a:avLst>
              <a:gd name="adj" fmla="val 6364"/>
            </a:avLst>
          </a:prstGeom>
          <a:solidFill>
            <a:srgbClr val="0F1B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22208" y="16642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924544" y="1664208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부드러운 카드형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24544" y="2011680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구조가 바로 이해되고 발표 화면에서 안정적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637215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2651760"/>
            <a:ext cx="3322015" cy="1005840"/>
          </a:xfrm>
          <a:prstGeom prst="roundRect">
            <a:avLst>
              <a:gd name="adj" fmla="val 636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22208" y="28346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24544" y="2834640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에디토리얼형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924544" y="3182112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개성은 강하지만 버튼·상태가 덜 직관적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3822192"/>
            <a:ext cx="3322015" cy="1005840"/>
          </a:xfrm>
          <a:prstGeom prst="roundRect">
            <a:avLst>
              <a:gd name="adj" fmla="val 636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22208" y="4005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24544" y="4005072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대시보드형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24544" y="4352544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눈에 띄지만 간단한 실습에는 시각적 무게가 큼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0" y="5084064"/>
            <a:ext cx="3322015" cy="91440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0" y="5248656"/>
            <a:ext cx="2773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후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5522976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설계 → Writing Plans → TDD 구현으로 이어집니다.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시각 방향 비교 화면 ·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결과보다 중요한 건, 과정이 기록으로 남았다는 점입니다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4867260" cy="4407408"/>
          </a:xfrm>
          <a:prstGeom prst="roundRect">
            <a:avLst>
              <a:gd name="adj" fmla="val 124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4757532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6252" y="1481328"/>
            <a:ext cx="5605363" cy="1170432"/>
          </a:xfrm>
          <a:prstGeom prst="roundRect">
            <a:avLst>
              <a:gd name="adj" fmla="val 5469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75436" y="1682496"/>
            <a:ext cx="4946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결과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275436" y="2029968"/>
            <a:ext cx="4946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· 완료 · 삭제와 로컬 저장이 동작하는 웹앱 완성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6252" y="2816352"/>
            <a:ext cx="5605363" cy="1572768"/>
          </a:xfrm>
          <a:prstGeom prst="roundRect">
            <a:avLst>
              <a:gd name="adj" fmla="val 4070"/>
            </a:avLst>
          </a:prstGeom>
          <a:solidFill>
            <a:srgbClr val="0F1B3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75436" y="2999232"/>
            <a:ext cx="4946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275436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275436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테스트 통과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232252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232252" y="3895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오류 · 브라우저 검증 통과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6252" y="4553712"/>
            <a:ext cx="5605363" cy="1225296"/>
          </a:xfrm>
          <a:prstGeom prst="roundRect">
            <a:avLst>
              <a:gd name="adj" fmla="val 5224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75436" y="4736592"/>
            <a:ext cx="4946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기록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275436" y="5084064"/>
            <a:ext cx="49469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문서 · 구현 계획 · 테스트 코드 · 기능 브랜치 — 검증 가능한 개발 과정이 그대로 남습니다.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구현 결과 ·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070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결론 3줄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93338" cy="2487168"/>
          </a:xfrm>
          <a:prstGeom prst="roundRect">
            <a:avLst>
              <a:gd name="adj" fmla="val 2941"/>
            </a:avLst>
          </a:prstGeom>
          <a:solidFill>
            <a:srgbClr val="1B2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2487168"/>
            <a:ext cx="2625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889504"/>
            <a:ext cx="262524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Superpowers는 개발 절차를 담은 Skill 14개 묶음입니다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31920"/>
            <a:ext cx="26252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 아니라 “일하는 순서”를 제공합니다.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9178" y="2212848"/>
            <a:ext cx="3393338" cy="2487168"/>
          </a:xfrm>
          <a:prstGeom prst="roundRect">
            <a:avLst>
              <a:gd name="adj" fmla="val 2941"/>
            </a:avLst>
          </a:prstGeom>
          <a:solidFill>
            <a:srgbClr val="1B29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83226" y="2487168"/>
            <a:ext cx="2625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83226" y="2889504"/>
            <a:ext cx="262524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Codex는 그 절차대로 계획하고, 만들고, 검증합니다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783226" y="3931920"/>
            <a:ext cx="26252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요청과 Skill 설명을 비교해 알아서 고릅니다.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8277" y="2212848"/>
            <a:ext cx="3393338" cy="2487168"/>
          </a:xfrm>
          <a:prstGeom prst="roundRect">
            <a:avLst>
              <a:gd name="adj" fmla="val 2941"/>
            </a:avLst>
          </a:prstGeom>
          <a:solidFill>
            <a:srgbClr val="1B2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42325" y="2487168"/>
            <a:ext cx="2625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42325" y="2889504"/>
            <a:ext cx="262524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우리에게는 결과물과 함께 과정이 남습니다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42325" y="3931920"/>
            <a:ext cx="26252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· 계획 · 테스트 · 브랜치가 기록으로 남습니다.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937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github.com/obra/superpowers   ·   learn.chatgpt.com/ko-KR/docs/skills-and-plugins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705856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Superpowers x Codex</dc:title>
  <dc:subject>PptxGenJS Presentation</dc:subject>
  <dc:creator>Superpowers 발표</dc:creator>
  <cp:lastModifiedBy>Superpowers 발표</cp:lastModifiedBy>
  <cp:revision>1</cp:revision>
  <dcterms:created xsi:type="dcterms:W3CDTF">2026-09-03T08:50:56Z</dcterms:created>
  <dcterms:modified xsi:type="dcterms:W3CDTF">2026-09-03T08:50:56Z</dcterms:modified>
</cp:coreProperties>
</file>